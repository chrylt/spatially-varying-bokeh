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4F5D-E24E-678C-62BA-BFF826DFF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102E2-BB78-8C2E-D5E0-62A62E3D2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7EE1D-FF8F-E525-AABA-B3284F0A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45101-6ADE-3926-2660-A0FD4FC5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D3DE-4F39-DF23-3B0B-316E6A1E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646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442D-4933-96C2-3343-27163CC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C80A7-8078-0760-2627-F06DEF605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2A4F-9F07-3E47-7620-4194F04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41435-6D11-D3AA-7674-FA657818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03862-463E-B12A-1650-AD11C4DD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753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F899-F450-DA7C-611F-D7AF3F47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308C1-EB8D-CB21-A0C5-CFEB6BA3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7E49-B920-2991-B755-5C45FD6F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5CCF1-6CC2-C6D1-3864-A7393B7FC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C811-6D4F-A3EE-34DD-D27C2220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2064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049F-8435-44E5-CF33-7DE06352A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E42E-10F4-8F82-E154-3E8779A30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26B77-5E16-A7C4-861E-2622E4CC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D9CAD-2883-F537-F133-18F08BD8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F0EE6-DCE5-CA94-E3D0-BCF14265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F65-4793-00C2-2BB6-DD346581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981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96FF-8F5F-77E5-4F72-9ECDE6E6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F932F-E677-CD82-7336-5C970B872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70A9-4004-51A9-EC15-81AB723A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E0F96-0F3E-257A-48C7-8C62215F7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F858A-C5E6-E133-E17B-D0354F2E2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435B0-0719-5E24-07CE-5916BCB1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78AAA-C343-CBC5-0327-23471C00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6295E-E18E-1B3F-9E4D-CCA769B3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599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354C-09E0-0DCF-170B-8C07C7C5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5002B-A806-C6C7-52BF-F559AAD7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E6878-1333-E7CB-1E38-3B70B394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314DD-10A2-1B9F-D828-D1D34DA4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92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9F336-75CF-8A8A-4615-995A98E6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5234B-EC68-9F22-B391-2AD37665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C9657-8E68-CB7B-D055-074CAB6B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324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DF54-B112-28E1-46DC-F413B8F1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7B60-0C31-CA0B-ADC5-0077BB2F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FD5AC-C5EC-F473-9A89-F6EFED9FA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1325F-F96D-3F43-7D10-39AF92FD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25100-D68A-77FB-7589-7743D3E9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B0B08-6B3A-630D-91C7-DA1951DC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7361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5B99-17EF-2F08-4874-2FADA232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0D34-1DAA-3E25-70D5-606E7C402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47E93-526F-FFEE-1F83-88E60634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C3AFA-C1B1-B8A3-70EE-7F37A476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E51C8-454D-20DA-E9D0-E4D39789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99848-6A05-B703-B9C0-6866AE24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461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3CB5-9766-F8AF-5B9D-743B2C0F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67CDE-E1DA-DA2B-344A-E05F3F9D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5A703-D7CC-8A7C-9621-BB12645E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1D167-D133-8CDD-DC74-56CAFD79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E6E21-1CF0-6151-7692-8F7B5E59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352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FB87C-B908-8B24-8E67-FD0248F1E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1D3FE-97FF-C6B7-B48C-B8DE5572B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06591-9614-B8C7-D7EE-2E1604C8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7D53-3814-B368-8ADD-CA522BCE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21EA1-1830-33DE-9EE0-894B691A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5539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228B6-BEDD-329E-CA33-D9E7D77A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EA3CB-64E9-2FE9-89F7-3DD82792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47C61-73D5-B0B8-DA00-9EDB07366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84DF6-849C-461A-AD72-839E106544DA}" type="datetimeFigureOut">
              <a:rPr lang="sv-SE" smtClean="0"/>
              <a:t>2026-02-11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E1C61-4A8E-87CE-78C7-9B51D0D7C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1F9C6-A9A2-B2AF-D7C7-B6CF1A105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68A67-5D5C-459C-A60B-68878B3AD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882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1F64-9AD3-4585-EECA-669CC4B609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Spatially-Varying GatherDoF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50725-7484-2817-B9E7-D414584C4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905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8CE-3912-C3AE-6F74-304CDA87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What do we want to do?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CE288-1E08-5F36-26DE-63D32440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204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4D18-EAF2-AE93-70CA-E0F1096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Realistic Lens Simulation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FA9D-70E9-70D2-8D34-DA96FD60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837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F985-0FD2-7595-9AAB-48C984A5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GatherDoF Basics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A7FEA-7DD5-00B2-E924-7B25DFE0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896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E53D-F320-1D3E-B6CF-4326D314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GatherDoF 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EFA8-9ED1-3F55-DFD9-96E7C557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313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Spatially-Varying GatherDoF</vt:lpstr>
      <vt:lpstr>What do we want to do?</vt:lpstr>
      <vt:lpstr>Realistic Lens Simulation</vt:lpstr>
      <vt:lpstr>GatherDoF Basics</vt:lpstr>
      <vt:lpstr>GatherDoF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Kobalt, Christiane</dc:creator>
  <cp:lastModifiedBy>Kobalt, Christiane</cp:lastModifiedBy>
  <cp:revision>1</cp:revision>
  <dcterms:created xsi:type="dcterms:W3CDTF">2026-02-11T13:54:27Z</dcterms:created>
  <dcterms:modified xsi:type="dcterms:W3CDTF">2026-02-11T14:35:53Z</dcterms:modified>
</cp:coreProperties>
</file>